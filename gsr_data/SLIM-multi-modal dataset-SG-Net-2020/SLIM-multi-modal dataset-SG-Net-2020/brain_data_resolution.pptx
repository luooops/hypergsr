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6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B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4"/>
    <p:restoredTop sz="94638"/>
  </p:normalViewPr>
  <p:slideViewPr>
    <p:cSldViewPr snapToGrid="0" snapToObjects="1">
      <p:cViewPr varScale="1">
        <p:scale>
          <a:sx n="166" d="100"/>
          <a:sy n="166" d="100"/>
        </p:scale>
        <p:origin x="224" y="5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AAE656-6B66-EB41-9D23-AAF8A1C99F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24B7E1-7A4A-214A-9405-E4C8C3EC55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4A069A-4A3D-B14B-B418-F3B03D8C5A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3DEF3-B6F3-194C-A578-E97581A7FA35}" type="datetimeFigureOut">
              <a:rPr lang="en-US" smtClean="0"/>
              <a:t>5/6/20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DCFF88-A054-304A-874D-B51DABBFE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A2E62C-24A8-C242-ADBC-BAF7C2544E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6E256-3018-8F4C-A7E9-BBA89A6561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49684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4A8A5A-1C9C-924A-9C31-4EF39A1F9E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44ACB0-D994-5343-A9C6-F29BA13D9B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52C98D-D796-2D4C-9708-180039C996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3DEF3-B6F3-194C-A578-E97581A7FA35}" type="datetimeFigureOut">
              <a:rPr lang="en-US" smtClean="0"/>
              <a:t>5/6/20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D535A4-122C-0146-A6C3-5CBE164421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1E88CB-8524-5B4D-8009-7B9AF59EC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6E256-3018-8F4C-A7E9-BBA89A6561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40313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0D8C20-9161-3A47-805E-E37EB4FFBA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BDB810-7C06-F94C-A303-D4DAFB8B00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C756DD-959C-E24C-AC1E-B8999074DF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3DEF3-B6F3-194C-A578-E97581A7FA35}" type="datetimeFigureOut">
              <a:rPr lang="en-US" smtClean="0"/>
              <a:t>5/6/20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368DE9-7F19-ED44-BD23-488CD3DDD1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712F75-E19C-804B-8DEF-23518E30E4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6E256-3018-8F4C-A7E9-BBA89A6561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03478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F6EDD-B851-DF42-A738-BC7D88D00A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1BA516-91F2-964A-932F-DC738496D1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7AC222-2BA2-C648-8476-BEB6EA449C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234D3F-454F-EF47-8165-2880C2F18C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3DEF3-B6F3-194C-A578-E97581A7FA35}" type="datetimeFigureOut">
              <a:rPr lang="en-US" smtClean="0"/>
              <a:t>5/6/20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1FD409-A335-1141-99EF-DE8473CFD7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2EA9E7-5B48-7343-83E5-84AF8BECD8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6E256-3018-8F4C-A7E9-BBA89A6561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23736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27F546-DAD5-6745-AE85-CEF05C1D3D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9DBC15-5D2F-4244-8E85-D9AE9F8AF2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430CE7-A206-5645-B175-22B34F6FE7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6FE8C2-AB3A-8E46-BA1E-FDF57837FE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2D49D13-CCFE-DF4F-ADE6-58C67F49971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457B8D4-3677-C54E-B570-20075E6073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3DEF3-B6F3-194C-A578-E97581A7FA35}" type="datetimeFigureOut">
              <a:rPr lang="en-US" smtClean="0"/>
              <a:t>5/6/20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6DC027C-FD13-F34D-AD97-741C21FE67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BBB6D47-C234-FA4B-96AD-B3E733122D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6E256-3018-8F4C-A7E9-BBA89A6561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06730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0B8D8-E1A8-0D42-9420-ED07CE8006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619DFE0-D6BA-1E4F-A130-61055A8939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3DEF3-B6F3-194C-A578-E97581A7FA35}" type="datetimeFigureOut">
              <a:rPr lang="en-US" smtClean="0"/>
              <a:t>5/6/20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572483-DAB7-7442-AC65-2737800927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9E850F-EF39-E049-9C12-4363EECD9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6E256-3018-8F4C-A7E9-BBA89A6561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51544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7E1AA9F-3178-2145-86C2-AB8F732DE1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3DEF3-B6F3-194C-A578-E97581A7FA35}" type="datetimeFigureOut">
              <a:rPr lang="en-US" smtClean="0"/>
              <a:t>5/6/20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EBB485A-EB35-8C48-84F3-41799BD43D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A14988-F9E7-AD43-9E5B-30E23271B7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6E256-3018-8F4C-A7E9-BBA89A6561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7486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A0FED2-656D-EB41-B418-E26157B606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EB9F69-F892-DF47-85DD-E1DEE97CA0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62E9B2-1C1B-C640-B941-1FA191F6DD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84C43C-1232-844C-94D7-6CD191F362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3DEF3-B6F3-194C-A578-E97581A7FA35}" type="datetimeFigureOut">
              <a:rPr lang="en-US" smtClean="0"/>
              <a:t>5/6/20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8A9095-1970-6A49-BCDD-DB60CAB4A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7CC3FD-6219-4049-9082-33D8E88CB7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6E256-3018-8F4C-A7E9-BBA89A6561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88732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B6D105-C80B-4F46-A4B4-2CE07720A5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CBAA33E-37DA-6E47-96CD-385EE98E7A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160C60-AEF7-514E-AA21-F72F454108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C293F7-335B-014A-B8BC-AE5F16E93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3DEF3-B6F3-194C-A578-E97581A7FA35}" type="datetimeFigureOut">
              <a:rPr lang="en-US" smtClean="0"/>
              <a:t>5/6/20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0D7800-F2A1-8E48-90B4-F5888D5AA0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37C9C8-F8A3-8D40-BDBD-27B60D30ED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6E256-3018-8F4C-A7E9-BBA89A6561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4005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645FC6-515E-F744-BCFC-BBFC02DE73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20F5833-DC7F-624A-8F60-D7A00DD6C3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C535B9-6BBD-9149-A4DB-907D4D395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3DEF3-B6F3-194C-A578-E97581A7FA35}" type="datetimeFigureOut">
              <a:rPr lang="en-US" smtClean="0"/>
              <a:t>5/6/20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0A682B-35A4-5142-A570-CF8861B647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699C16-88C7-6843-94FE-DE2A3E95C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6E256-3018-8F4C-A7E9-BBA89A6561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29843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5BF749E-E01F-404B-BC0C-7372D365C73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DB4811-1C21-2F47-AA19-909CDFF42E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A74870-9DC7-5F46-B192-00F1B9E2AC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3DEF3-B6F3-194C-A578-E97581A7FA35}" type="datetimeFigureOut">
              <a:rPr lang="en-US" smtClean="0"/>
              <a:t>5/6/20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9291EF-9FBA-A446-A9B2-CEAB2F5AEA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60F2B1-A4D3-F64A-B47B-2D64B17465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6E256-3018-8F4C-A7E9-BBA89A6561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15189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C6D1E0D-CD9F-7246-9BB5-A925316473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061F8C-83FE-E44D-A0BD-6CBDC7015A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BAC905-CE21-E44C-A2A9-1C785FA1D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23DEF3-B6F3-194C-A578-E97581A7FA35}" type="datetimeFigureOut">
              <a:rPr lang="en-US" smtClean="0"/>
              <a:t>5/6/20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809D5B-0494-4B41-8A68-66C137B75B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726718-7789-344E-98D5-75C011BC76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B6E256-3018-8F4C-A7E9-BBA89A6561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01881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CF2FC8D-254F-FD47-AF9D-564E37E5F2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the data is structured?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3DAF89B-A6D1-934B-8FC6-C50315E7B0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7865" y="2379964"/>
            <a:ext cx="8236270" cy="403620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7BF7ADA-4380-4543-9E97-C6E780B19850}"/>
              </a:ext>
            </a:extLst>
          </p:cNvPr>
          <p:cNvSpPr txBox="1"/>
          <p:nvPr/>
        </p:nvSpPr>
        <p:spPr>
          <a:xfrm rot="16200000">
            <a:off x="1118609" y="4349163"/>
            <a:ext cx="12410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All samples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F2C3DD4-11BC-2F4B-9961-AC11CFE9B984}"/>
              </a:ext>
            </a:extLst>
          </p:cNvPr>
          <p:cNvSpPr txBox="1"/>
          <p:nvPr/>
        </p:nvSpPr>
        <p:spPr>
          <a:xfrm>
            <a:off x="5202091" y="1928692"/>
            <a:ext cx="21775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Connectivity features</a:t>
            </a:r>
          </a:p>
        </p:txBody>
      </p:sp>
    </p:spTree>
    <p:extLst>
      <p:ext uri="{BB962C8B-B14F-4D97-AF65-F5344CB8AC3E}">
        <p14:creationId xmlns:p14="http://schemas.microsoft.com/office/powerpoint/2010/main" val="17460743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CF2FC8D-254F-FD47-AF9D-564E37E5F2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the data is structured?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D95A0EE-14B2-DA4C-9D9B-AE8C91711239}"/>
              </a:ext>
            </a:extLst>
          </p:cNvPr>
          <p:cNvSpPr/>
          <p:nvPr/>
        </p:nvSpPr>
        <p:spPr>
          <a:xfrm>
            <a:off x="1152605" y="2589519"/>
            <a:ext cx="2236054" cy="2074689"/>
          </a:xfrm>
          <a:prstGeom prst="rect">
            <a:avLst/>
          </a:prstGeom>
          <a:solidFill>
            <a:srgbClr val="00B050">
              <a:alpha val="6588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DA82361-F6B8-C946-8806-93ABA5566463}"/>
              </a:ext>
            </a:extLst>
          </p:cNvPr>
          <p:cNvSpPr txBox="1"/>
          <p:nvPr/>
        </p:nvSpPr>
        <p:spPr>
          <a:xfrm>
            <a:off x="2120793" y="2220187"/>
            <a:ext cx="8531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N= 268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CC4990A-CAA6-1C4D-927F-A2B680D2BD3B}"/>
              </a:ext>
            </a:extLst>
          </p:cNvPr>
          <p:cNvSpPr txBox="1"/>
          <p:nvPr/>
        </p:nvSpPr>
        <p:spPr>
          <a:xfrm rot="16200000">
            <a:off x="-67783" y="3442197"/>
            <a:ext cx="18119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268 brain regions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A0A5E2B-44EF-B245-9AAF-6B6F1F05D3CC}"/>
              </a:ext>
            </a:extLst>
          </p:cNvPr>
          <p:cNvSpPr txBox="1"/>
          <p:nvPr/>
        </p:nvSpPr>
        <p:spPr>
          <a:xfrm>
            <a:off x="3619180" y="3273398"/>
            <a:ext cx="339634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Vectorize the off-diagonal  upper triangular part of this matrix</a:t>
            </a:r>
          </a:p>
          <a:p>
            <a:pPr algn="ctr"/>
            <a:r>
              <a:rPr lang="en-US" dirty="0"/>
              <a:t>(exclude diagonal) 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824DA35-F2BD-FA41-B047-9D5771CA3CE8}"/>
              </a:ext>
            </a:extLst>
          </p:cNvPr>
          <p:cNvSpPr/>
          <p:nvPr/>
        </p:nvSpPr>
        <p:spPr>
          <a:xfrm>
            <a:off x="6892577" y="3422492"/>
            <a:ext cx="4338277" cy="348141"/>
          </a:xfrm>
          <a:prstGeom prst="rect">
            <a:avLst/>
          </a:prstGeom>
          <a:solidFill>
            <a:srgbClr val="00B0F0">
              <a:alpha val="6588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Right Triangle 23">
            <a:extLst>
              <a:ext uri="{FF2B5EF4-FFF2-40B4-BE49-F238E27FC236}">
                <a16:creationId xmlns:a16="http://schemas.microsoft.com/office/drawing/2014/main" id="{25489B58-1189-8D4B-8C01-F58CCE92D2B5}"/>
              </a:ext>
            </a:extLst>
          </p:cNvPr>
          <p:cNvSpPr/>
          <p:nvPr/>
        </p:nvSpPr>
        <p:spPr>
          <a:xfrm rot="10800000">
            <a:off x="1152605" y="2589519"/>
            <a:ext cx="2236054" cy="2074689"/>
          </a:xfrm>
          <a:prstGeom prst="rtTriangl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863FA8B-3477-E746-8317-E2C82B998B52}"/>
              </a:ext>
            </a:extLst>
          </p:cNvPr>
          <p:cNvSpPr txBox="1"/>
          <p:nvPr/>
        </p:nvSpPr>
        <p:spPr>
          <a:xfrm>
            <a:off x="7380564" y="2701614"/>
            <a:ext cx="348524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Feature vector of size</a:t>
            </a:r>
          </a:p>
          <a:p>
            <a:pPr algn="ctr"/>
            <a:r>
              <a:rPr lang="en-US" dirty="0"/>
              <a:t>N * (N-1)/2 = (268* 267)/2 = 35778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4559386-D8C3-D749-BFB2-A93D34BCE4E2}"/>
              </a:ext>
            </a:extLst>
          </p:cNvPr>
          <p:cNvSpPr txBox="1"/>
          <p:nvPr/>
        </p:nvSpPr>
        <p:spPr>
          <a:xfrm>
            <a:off x="998924" y="5386508"/>
            <a:ext cx="93578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You might need to anti-vectorize ==&gt; transform the feature vector back to an adjacency matrix.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A430903-39E0-7141-BD82-8888918DE916}"/>
              </a:ext>
            </a:extLst>
          </p:cNvPr>
          <p:cNvSpPr txBox="1"/>
          <p:nvPr/>
        </p:nvSpPr>
        <p:spPr>
          <a:xfrm>
            <a:off x="998924" y="4734362"/>
            <a:ext cx="2904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Brain graph adjacency matrix</a:t>
            </a:r>
          </a:p>
        </p:txBody>
      </p:sp>
    </p:spTree>
    <p:extLst>
      <p:ext uri="{BB962C8B-B14F-4D97-AF65-F5344CB8AC3E}">
        <p14:creationId xmlns:p14="http://schemas.microsoft.com/office/powerpoint/2010/main" val="21247119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74</Words>
  <Application>Microsoft Macintosh PowerPoint</Application>
  <PresentationFormat>Widescreen</PresentationFormat>
  <Paragraphs>12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How the data is structured?</vt:lpstr>
      <vt:lpstr>How the data is structured?</vt:lpstr>
    </vt:vector>
  </TitlesOfParts>
  <Company/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Two different subjects (25678 and 25667)</dc:title>
  <dc:creator>Islem Rekik</dc:creator>
  <cp:lastModifiedBy>Islem Rekik</cp:lastModifiedBy>
  <cp:revision>8</cp:revision>
  <dcterms:created xsi:type="dcterms:W3CDTF">2020-05-06T12:35:07Z</dcterms:created>
  <dcterms:modified xsi:type="dcterms:W3CDTF">2020-05-06T12:46:42Z</dcterms:modified>
</cp:coreProperties>
</file>